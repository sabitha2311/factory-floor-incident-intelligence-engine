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— title, domain, one-line scope. Presented by Sabitha R J, AN05232384.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unstructured text, no taxonomy, manual analysis, subjective escalation, siloed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objectives; evaluation by precision, recall, F1,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stages: cleaning, NLP, NER, classification, severity, similarity, vector DB + RAG, LLM,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stack by layer, plus repository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build results and the operational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and future scope; close with name and roll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937760" cy="4937760"/>
          </a:xfrm>
          <a:prstGeom prst="ellipse">
            <a:avLst/>
          </a:prstGeom>
          <a:solidFill>
            <a:srgbClr val="1C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1C3A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 /  INDUSTRY 4.0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463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Floor Incident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Engine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free-text incident reports into structured, predictive intelligence.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06908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C3A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4178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ML + LLM pipeline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406908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C3A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93008" y="4178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FactoryNet-based dataset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7648" y="406908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C3A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27648" y="4178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5349240"/>
            <a:ext cx="502920" cy="32004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5468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6875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Sabitha R J  —  AN05232384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Problem Statement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text is written every shift — and never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201400" y="457200"/>
            <a:ext cx="457200" cy="457200"/>
          </a:xfrm>
          <a:prstGeom prst="ellipse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01400" y="530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029200" cy="3931920"/>
          </a:xfrm>
          <a:prstGeom prst="roundRect">
            <a:avLst>
              <a:gd name="adj" fmla="val 2326"/>
            </a:avLst>
          </a:prstGeom>
          <a:solidFill>
            <a:srgbClr val="1223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generate free-text incident reports on machine faults, downtime and safety — scattered across shift logs, tickets and email.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basic questions go unanswered: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machines fail most?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components stay weak?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root causes recur?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escalated now?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97880" y="1572768"/>
            <a:ext cx="5742432" cy="841248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792224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44768" y="1856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1719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taxonomy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93408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fault, three wordings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2596896"/>
            <a:ext cx="5742432" cy="841248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2816352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44768" y="28803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tally by hand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3621024"/>
            <a:ext cx="5742432" cy="841248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3840480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44768" y="39044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93408" y="3767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escalation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93408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4645152"/>
            <a:ext cx="5742432" cy="841248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4864608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44768" y="49286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93408" y="47914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plants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693408" y="5084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never mined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27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R J  |  AN05232384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63276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Incident Intelligence Engine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Objectives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targets for the build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201400" y="457200"/>
            <a:ext cx="457200" cy="457200"/>
          </a:xfrm>
          <a:prstGeom prst="ellipse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01400" y="530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11096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002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9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text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70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Machine, component, symptom, downtime, 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911096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002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59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score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70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type + severity under class imbalance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69164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1911096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9328" y="2002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459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770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failures for predictive maintenance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831336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3922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379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incidents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4690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events across shifts and plants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15968" y="361188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831336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3922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79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simply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690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summaries and root-cause notes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361188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9328" y="3831336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39328" y="3922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4379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management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4690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hotspots, escalation queue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760720"/>
            <a:ext cx="11091672" cy="420624"/>
          </a:xfrm>
          <a:prstGeom prst="roundRect">
            <a:avLst>
              <a:gd name="adj" fmla="val 21739"/>
            </a:avLst>
          </a:prstGeom>
          <a:solidFill>
            <a:srgbClr val="1223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8430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precision, recall, F1 and cross-validation.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Proposed Methodology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nine-stage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201400" y="457200"/>
            <a:ext cx="457200" cy="457200"/>
          </a:xfrm>
          <a:prstGeom prst="ellipse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01400" y="530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5712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0304" y="19476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0304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2016" y="24048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20544" y="2240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0000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04592" y="19476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04592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86304" y="24048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24832" y="2240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44288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8880" y="19476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08880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90592" y="24048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29120" y="2240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48576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13168" y="19476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13168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94880" y="24048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33408" y="2240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52864" y="17830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17456" y="19476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817456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799168" y="24048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87856" y="36118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2232E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52448" y="37764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752448" y="38130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734160" y="42336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72688" y="4069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892144" y="36118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2232E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56736" y="37764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056736" y="38130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038448" y="42336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76976" y="4069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196432" y="36118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2232E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61024" y="37764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61024" y="38130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42736" y="42336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281264" y="4069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8500720" y="36118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2232E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665312" y="3776472"/>
            <a:ext cx="347472" cy="3474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65312" y="38130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647024" y="42336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1–5: structured, predictive core   ·   Stages 6–9: retrieval, LLM reasoning, delivery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327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R J  |  AN05232384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760720" y="63276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Incident Intelligence Engine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Technologies Used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stack across NLP, ML, retrieval and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201400" y="457200"/>
            <a:ext cx="457200" cy="457200"/>
          </a:xfrm>
          <a:prstGeom prst="ellipse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01400" y="530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" y="17465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746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59105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0528" y="17465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1746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NLTK, scikit-learn TF-IDF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68096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Word2Vec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228600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10528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165592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LightGBM, SMOTE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980944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8096" y="3136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Optuna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91072" y="2980944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10528" y="3136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165592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/ BERTopic, KMeans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67588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68096" y="3831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 / Pinecone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91072" y="367588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10528" y="3831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165592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JSON extraction, summaries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37083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68096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 custom retrieval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91072" y="437083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10528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165592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Streamlit, Chart.js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065776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/>
          <a:effectLst>
            <a:outerShdw sx="100000" sy="100000" kx="0" ky="0" algn="bl" rotWithShape="0" blurRad="76200" dist="508" dir="5400000">
              <a:srgbClr val="9AA8B2">
                <a:alpha val="2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68096" y="52212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423160" y="522122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FactoryNet + incident-text layer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7972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github.com/Sabitha2311/Factory-Floor-Incident-Intelligence-Engine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327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R J  |  AN05232384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760720" y="63276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Incident Intelligence Engine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Results &amp; Applications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 to end, raw text to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201400" y="457200"/>
            <a:ext cx="457200" cy="457200"/>
          </a:xfrm>
          <a:prstGeom prst="ellipse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01400" y="530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223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700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2763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223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1700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2763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223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9088" y="1700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627632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223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53728" y="1700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linked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9718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3832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cleaned and vectorised (TF-IDF, Word2Vec, LDA)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785616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Incident-type and 5-way category classifiers built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18795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model scored on precision / recall / F1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5902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JSON fields and escalation flags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99262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finds similar incidents across plants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3949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Control-room dashboard live with all panels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2907792"/>
            <a:ext cx="5376672" cy="2880360"/>
          </a:xfrm>
          <a:prstGeom prst="roundRect">
            <a:avLst>
              <a:gd name="adj" fmla="val 3175"/>
            </a:avLst>
          </a:prstGeom>
          <a:solidFill>
            <a:srgbClr val="F1F4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30358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37960" y="3456432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34747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67728" y="3483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planning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3895344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39136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39227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 and escalation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4334256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43525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67728" y="4361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knowledge sharing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37960" y="4773168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47914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967728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tracking and audit trails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37960" y="5212080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37960" y="5230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967728" y="5239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 and CI reviews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327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R J  |  AN05232384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760720" y="63276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Incident Intelligence Engine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1C3A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Conclusion &amp; 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502920" cy="32004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text is a usable data source, not an archive. One pipeline cleans it, extracts entities, classifies type and severity, clusters root causes, retrieves similar events and ranks what to escalate.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and ML give the measurable core; the LLM layer makes the output readable mid-shift.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605272" cy="3931920"/>
          </a:xfrm>
          <a:prstGeom prst="roundRect">
            <a:avLst>
              <a:gd name="adj" fmla="val 2326"/>
            </a:avLst>
          </a:prstGeom>
          <a:solidFill>
            <a:srgbClr val="1C3A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2121408"/>
            <a:ext cx="329184" cy="32918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1488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1579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multi-episode FactoryNet telemetry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724912"/>
            <a:ext cx="329184" cy="32918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75234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7614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and BERTopic models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3328416"/>
            <a:ext cx="329184" cy="32918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33558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3649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FAISS / Chroma vector store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3931920"/>
            <a:ext cx="329184" cy="32918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9593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96849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Power BI delivery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55080" y="4535424"/>
            <a:ext cx="329184" cy="32918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56285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572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streaming and CMMS write-back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50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Sabitha R J  —  AN05232384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6089904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github.com/Sabitha2311/Factory-Floor-Incident-Intelligence-Engine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Floor Incident Intelligence Engine</dc:title>
  <dc:subject>PptxGenJS Presentation</dc:subject>
  <dc:creator>Sabitha R J</dc:creator>
  <cp:lastModifiedBy>Sabitha R J</cp:lastModifiedBy>
  <cp:revision>1</cp:revision>
  <dcterms:created xsi:type="dcterms:W3CDTF">2026-09-17T15:41:31Z</dcterms:created>
  <dcterms:modified xsi:type="dcterms:W3CDTF">2026-09-17T15:41:31Z</dcterms:modified>
</cp:coreProperties>
</file>